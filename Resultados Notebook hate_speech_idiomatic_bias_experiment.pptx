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avid" userId="3b1ee5fc592ef5fb" providerId="LiveId" clId="{03902BCA-83B3-481E-9EEF-D69EA6FC2F06}"/>
    <pc:docChg chg="custSel addSld modSld">
      <pc:chgData name="Juan David" userId="3b1ee5fc592ef5fb" providerId="LiveId" clId="{03902BCA-83B3-481E-9EEF-D69EA6FC2F06}" dt="2026-04-20T19:36:13.359" v="10" actId="680"/>
      <pc:docMkLst>
        <pc:docMk/>
      </pc:docMkLst>
      <pc:sldChg chg="addSp delSp modSp mod">
        <pc:chgData name="Juan David" userId="3b1ee5fc592ef5fb" providerId="LiveId" clId="{03902BCA-83B3-481E-9EEF-D69EA6FC2F06}" dt="2026-04-20T19:33:23.799" v="3" actId="1076"/>
        <pc:sldMkLst>
          <pc:docMk/>
          <pc:sldMk cId="549962463" sldId="256"/>
        </pc:sldMkLst>
        <pc:picChg chg="del">
          <ac:chgData name="Juan David" userId="3b1ee5fc592ef5fb" providerId="LiveId" clId="{03902BCA-83B3-481E-9EEF-D69EA6FC2F06}" dt="2026-04-20T19:33:18.434" v="0" actId="478"/>
          <ac:picMkLst>
            <pc:docMk/>
            <pc:sldMk cId="549962463" sldId="256"/>
            <ac:picMk id="5" creationId="{E4763DD7-9F38-4618-AA3E-F00DD82EBF18}"/>
          </ac:picMkLst>
        </pc:picChg>
        <pc:picChg chg="add mod">
          <ac:chgData name="Juan David" userId="3b1ee5fc592ef5fb" providerId="LiveId" clId="{03902BCA-83B3-481E-9EEF-D69EA6FC2F06}" dt="2026-04-20T19:33:23.799" v="3" actId="1076"/>
          <ac:picMkLst>
            <pc:docMk/>
            <pc:sldMk cId="549962463" sldId="256"/>
            <ac:picMk id="7" creationId="{73EA675D-E0E2-4705-B745-E0D3A0735920}"/>
          </ac:picMkLst>
        </pc:picChg>
      </pc:sldChg>
      <pc:sldChg chg="addSp">
        <pc:chgData name="Juan David" userId="3b1ee5fc592ef5fb" providerId="LiveId" clId="{03902BCA-83B3-481E-9EEF-D69EA6FC2F06}" dt="2026-04-20T19:33:59.267" v="4"/>
        <pc:sldMkLst>
          <pc:docMk/>
          <pc:sldMk cId="408463242" sldId="257"/>
        </pc:sldMkLst>
        <pc:picChg chg="add">
          <ac:chgData name="Juan David" userId="3b1ee5fc592ef5fb" providerId="LiveId" clId="{03902BCA-83B3-481E-9EEF-D69EA6FC2F06}" dt="2026-04-20T19:33:59.267" v="4"/>
          <ac:picMkLst>
            <pc:docMk/>
            <pc:sldMk cId="408463242" sldId="257"/>
            <ac:picMk id="1026" creationId="{610174CF-3EBC-4EDD-9636-FDF1668DE395}"/>
          </ac:picMkLst>
        </pc:picChg>
      </pc:sldChg>
      <pc:sldChg chg="addSp">
        <pc:chgData name="Juan David" userId="3b1ee5fc592ef5fb" providerId="LiveId" clId="{03902BCA-83B3-481E-9EEF-D69EA6FC2F06}" dt="2026-04-20T19:34:54.588" v="5"/>
        <pc:sldMkLst>
          <pc:docMk/>
          <pc:sldMk cId="557404987" sldId="258"/>
        </pc:sldMkLst>
        <pc:picChg chg="add">
          <ac:chgData name="Juan David" userId="3b1ee5fc592ef5fb" providerId="LiveId" clId="{03902BCA-83B3-481E-9EEF-D69EA6FC2F06}" dt="2026-04-20T19:34:54.588" v="5"/>
          <ac:picMkLst>
            <pc:docMk/>
            <pc:sldMk cId="557404987" sldId="258"/>
            <ac:picMk id="2050" creationId="{245AA117-270D-484C-8F15-01AC191A4F9B}"/>
          </ac:picMkLst>
        </pc:picChg>
      </pc:sldChg>
      <pc:sldChg chg="addSp">
        <pc:chgData name="Juan David" userId="3b1ee5fc592ef5fb" providerId="LiveId" clId="{03902BCA-83B3-481E-9EEF-D69EA6FC2F06}" dt="2026-04-20T19:35:20.119" v="6"/>
        <pc:sldMkLst>
          <pc:docMk/>
          <pc:sldMk cId="1291249939" sldId="259"/>
        </pc:sldMkLst>
        <pc:picChg chg="add">
          <ac:chgData name="Juan David" userId="3b1ee5fc592ef5fb" providerId="LiveId" clId="{03902BCA-83B3-481E-9EEF-D69EA6FC2F06}" dt="2026-04-20T19:35:20.119" v="6"/>
          <ac:picMkLst>
            <pc:docMk/>
            <pc:sldMk cId="1291249939" sldId="259"/>
            <ac:picMk id="3074" creationId="{6A7BAB7B-FC52-4CA4-8AE1-F505992DB35D}"/>
          </ac:picMkLst>
        </pc:picChg>
      </pc:sldChg>
      <pc:sldChg chg="addSp">
        <pc:chgData name="Juan David" userId="3b1ee5fc592ef5fb" providerId="LiveId" clId="{03902BCA-83B3-481E-9EEF-D69EA6FC2F06}" dt="2026-04-20T19:35:42.737" v="7"/>
        <pc:sldMkLst>
          <pc:docMk/>
          <pc:sldMk cId="2432445407" sldId="260"/>
        </pc:sldMkLst>
        <pc:picChg chg="add">
          <ac:chgData name="Juan David" userId="3b1ee5fc592ef5fb" providerId="LiveId" clId="{03902BCA-83B3-481E-9EEF-D69EA6FC2F06}" dt="2026-04-20T19:35:42.737" v="7"/>
          <ac:picMkLst>
            <pc:docMk/>
            <pc:sldMk cId="2432445407" sldId="260"/>
            <ac:picMk id="4098" creationId="{AED04D7F-896A-4491-B2E3-1A9C5E7FFA02}"/>
          </ac:picMkLst>
        </pc:picChg>
      </pc:sldChg>
      <pc:sldChg chg="addSp">
        <pc:chgData name="Juan David" userId="3b1ee5fc592ef5fb" providerId="LiveId" clId="{03902BCA-83B3-481E-9EEF-D69EA6FC2F06}" dt="2026-04-20T19:36:08.363" v="8"/>
        <pc:sldMkLst>
          <pc:docMk/>
          <pc:sldMk cId="2327307143" sldId="261"/>
        </pc:sldMkLst>
        <pc:picChg chg="add">
          <ac:chgData name="Juan David" userId="3b1ee5fc592ef5fb" providerId="LiveId" clId="{03902BCA-83B3-481E-9EEF-D69EA6FC2F06}" dt="2026-04-20T19:36:08.363" v="8"/>
          <ac:picMkLst>
            <pc:docMk/>
            <pc:sldMk cId="2327307143" sldId="261"/>
            <ac:picMk id="5122" creationId="{16CB1981-B992-4CC2-B411-B8492D8D9D7F}"/>
          </ac:picMkLst>
        </pc:picChg>
      </pc:sldChg>
      <pc:sldChg chg="new">
        <pc:chgData name="Juan David" userId="3b1ee5fc592ef5fb" providerId="LiveId" clId="{03902BCA-83B3-481E-9EEF-D69EA6FC2F06}" dt="2026-04-20T19:36:11.862" v="9" actId="680"/>
        <pc:sldMkLst>
          <pc:docMk/>
          <pc:sldMk cId="3310080822" sldId="262"/>
        </pc:sldMkLst>
      </pc:sldChg>
      <pc:sldChg chg="new">
        <pc:chgData name="Juan David" userId="3b1ee5fc592ef5fb" providerId="LiveId" clId="{03902BCA-83B3-481E-9EEF-D69EA6FC2F06}" dt="2026-04-20T19:36:13.359" v="10" actId="680"/>
        <pc:sldMkLst>
          <pc:docMk/>
          <pc:sldMk cId="857644187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CF9BB-26ED-49BB-9D51-5E675AC6E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01D46A-1101-40EC-AA4F-B408BB2D2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429B44-76E5-463C-BEFA-03077555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EF86E1-09AB-475C-A2C6-6F8479C9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73E8C8-6456-4E7E-90B1-E08801B2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290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5AFDC-4C84-43F2-8D66-164B0C24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D185E5-F8D4-462C-8C7B-A0BF38254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85FFC4-C73D-441B-99CA-F8143957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828322-98B8-4696-B66D-7EF67B00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8B6108-C8DD-4C47-BD6F-8875FC8B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868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2D804-A342-47E7-A6D4-499EBC7C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F8A9A5-D012-4BCC-84A3-28E9FA319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52F279-DB12-4A4E-BCF1-DB7CF2A2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3E032-784F-4DD7-B639-96DE83E0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C847B8-733C-4D8D-B3F1-AC6CA76A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298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1617A-DD5B-486B-B6D3-5919B877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6696D2-46C4-46F0-B1AC-BB7FF786F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5541B2-8AFF-4A07-8FEF-7545AE249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73C093-CA1C-4BA7-AEFF-01E17CEDF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B04E2A-B0D0-4388-9ED0-13C2434F7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99637A-4DCA-4201-82D7-1D4F2F7A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36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3D567-97EE-47E5-9009-D061B231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37DC3A-6EED-4F2F-B44B-E2EECF65A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89CE09-D3B0-43CA-A78D-D1B42A4F9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5B2C7FA-1EEE-458B-ADD8-666DB9108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A7C59B-4D2F-43D4-8642-7E35E0E30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C6FBC80-812C-4DA9-9F5D-E546F16F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50A2293-DB21-4DCB-BFCA-C7369DBA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1C8C4A-D73F-45AD-AA35-4CD78B1B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193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F1438-AC17-4FFF-86D4-2BB005A5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CDC764-0EFD-44AA-91A7-A8ACC025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EBA408-C17E-4AF1-963F-89D9BC1B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0B9042-42FF-4A20-8EDD-C33F24DA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850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0E3419-4641-43E4-923B-E0C88303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23B5F3-E03D-4BC5-9CFB-F6139BA5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59C01-F002-43CC-A95B-C581B6B7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270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78B3F-C72D-4DC5-993A-2AC14A72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D2B3F-45C7-4A6B-BEDE-FE3CE2324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AFA651-47FC-4C24-AB5A-6C32DDAD0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118307-8F8D-46CE-9413-7AA9C251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0CC127-D15C-4C60-8694-47C41B39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CF5FB9-7EEF-484A-8E92-581F3E4C8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092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D20EB-7633-4C9D-96F5-91791A316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8B2269-2A0C-4F8F-8267-A63BD9B0A4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C90028-8F09-44C5-8B5D-A270ECE85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132EAE-2C97-4B21-A05B-3935F0DB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FD1009-3D8B-4C18-AFDF-271223A89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35B043-E4A5-4CD0-AB57-6E0BBE8C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611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ED7DC-D067-4334-BA10-A74C72BF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EDA92F-20D7-46D6-9628-93BA163A4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F7169A-0AC0-4801-AD36-DA1262D7D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0EB617-76BC-4909-98F1-A0C66687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CA1666-A875-4B74-BA04-AC77DC31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454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F0C500-1520-4BB8-A345-14EACE3C6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B60050-B203-446E-BEDD-72008F90C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33A5C4-9F80-4365-99C5-0BD0959D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B5E114-8AC4-471F-B871-F2B0F69A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1BA93D-1267-41B9-9915-FE055A86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367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A2DC33-2A35-4FB4-8E9E-86E9FB1A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AFBEDC-EB61-417E-BA75-637BD73A2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74C9C9-F767-473D-B154-B8FCE2F88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CAC99-6FB2-485A-8FA4-814CB8A9A4BB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B56119-5C08-4B1A-B018-71F46ACD5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AE2F36-316C-47AD-AB46-86EA06B6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6B3C7-A90B-4D0C-B3B7-07A9C431EF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514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3EA675D-E0E2-4705-B745-E0D3A0735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78" y="2012923"/>
            <a:ext cx="11161643" cy="312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6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10174CF-3EBC-4EDD-9636-FDF1668DE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8163"/>
            <a:ext cx="12192000" cy="324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6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45AA117-270D-484C-8F15-01AC191A4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1763"/>
            <a:ext cx="12192000" cy="405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40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A7BAB7B-FC52-4CA4-8AE1-F505992DB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1095375"/>
            <a:ext cx="1058227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249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ED04D7F-896A-4491-B2E3-1A9C5E7FF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7288"/>
            <a:ext cx="12192000" cy="454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44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6CB1981-B992-4CC2-B411-B8492D8D9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857250"/>
            <a:ext cx="103917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307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080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6441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</dc:creator>
  <cp:lastModifiedBy>Juan David</cp:lastModifiedBy>
  <cp:revision>2</cp:revision>
  <dcterms:created xsi:type="dcterms:W3CDTF">2026-04-20T18:55:30Z</dcterms:created>
  <dcterms:modified xsi:type="dcterms:W3CDTF">2026-04-20T20:18:02Z</dcterms:modified>
</cp:coreProperties>
</file>